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Sz cx="12192000" cy="6858000"/>
  <p:notesSz cx="6858000" cy="9144000"/>
  <p:defaultTextStyle>
    <a:defPPr>
      <a:defRPr lang="es-EC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596BE"/>
    <a:srgbClr val="063970"/>
    <a:srgbClr val="0C2136"/>
    <a:srgbClr val="A3C4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78" d="100"/>
          <a:sy n="78" d="100"/>
        </p:scale>
        <p:origin x="878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orta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ítulo 2">
            <a:extLst>
              <a:ext uri="{FF2B5EF4-FFF2-40B4-BE49-F238E27FC236}">
                <a16:creationId xmlns:a16="http://schemas.microsoft.com/office/drawing/2014/main" id="{A5E08E33-7A51-C9AA-4C1E-A3F10E5025B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524000" y="4146983"/>
            <a:ext cx="9144000" cy="1655762"/>
          </a:xfrm>
        </p:spPr>
        <p:txBody>
          <a:bodyPr/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 dirty="0"/>
              <a:t>Haga clic para agregar su nombre completo</a:t>
            </a:r>
          </a:p>
          <a:p>
            <a:r>
              <a:rPr lang="es-ES" dirty="0"/>
              <a:t>Estudiante: </a:t>
            </a:r>
            <a:r>
              <a:rPr lang="es-ES"/>
              <a:t>Nombre estudiante</a:t>
            </a:r>
            <a:endParaRPr lang="es-EC" dirty="0"/>
          </a:p>
        </p:txBody>
      </p:sp>
      <p:sp>
        <p:nvSpPr>
          <p:cNvPr id="4" name="Título 3">
            <a:extLst>
              <a:ext uri="{FF2B5EF4-FFF2-40B4-BE49-F238E27FC236}">
                <a16:creationId xmlns:a16="http://schemas.microsoft.com/office/drawing/2014/main" id="{5CB7EB78-3185-8BD3-146A-D19DC020E6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791" y="1741344"/>
            <a:ext cx="10596418" cy="2174874"/>
          </a:xfrm>
        </p:spPr>
        <p:txBody>
          <a:bodyPr>
            <a:normAutofit/>
          </a:bodyPr>
          <a:lstStyle>
            <a:lvl1pPr algn="ctr">
              <a:defRPr sz="8000"/>
            </a:lvl1pPr>
          </a:lstStyle>
          <a:p>
            <a:r>
              <a:rPr lang="es-ES" dirty="0"/>
              <a:t>Haga clic para modificar el estilo de título del patrón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18315835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ice / 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3">
            <a:extLst>
              <a:ext uri="{FF2B5EF4-FFF2-40B4-BE49-F238E27FC236}">
                <a16:creationId xmlns:a16="http://schemas.microsoft.com/office/drawing/2014/main" id="{CCCE5C03-A9E4-EC65-971C-A64AA10B6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s-EC"/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0C8F941E-B616-E2CE-8B2B-186B699CA347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950913" y="1949450"/>
            <a:ext cx="10353675" cy="4221163"/>
          </a:xfrm>
        </p:spPr>
        <p:txBody>
          <a:bodyPr/>
          <a:lstStyle>
            <a:lvl1pPr>
              <a:defRPr sz="2400"/>
            </a:lvl1pPr>
          </a:lstStyle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C" dirty="0"/>
          </a:p>
        </p:txBody>
      </p:sp>
    </p:spTree>
    <p:extLst>
      <p:ext uri="{BB962C8B-B14F-4D97-AF65-F5344CB8AC3E}">
        <p14:creationId xmlns:p14="http://schemas.microsoft.com/office/powerpoint/2010/main" val="20019773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670B5EBC-6FCA-0B37-771F-6D29717FD3F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909637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 dirty="0"/>
              <a:t>Haga clic para modificar el estilo de título del patrón</a:t>
            </a:r>
            <a:endParaRPr lang="es-EC" dirty="0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3233DC5C-F02A-4CFA-E657-0B7BA3A4E64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16100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dirty="0"/>
              <a:t>Haga clic para modificar los estilos de texto del patrón</a:t>
            </a:r>
          </a:p>
          <a:p>
            <a:pPr lvl="1"/>
            <a:r>
              <a:rPr lang="es-ES" dirty="0"/>
              <a:t>Segundo nivel</a:t>
            </a:r>
          </a:p>
          <a:p>
            <a:pPr lvl="2"/>
            <a:r>
              <a:rPr lang="es-ES" dirty="0"/>
              <a:t>Tercer nivel</a:t>
            </a:r>
          </a:p>
          <a:p>
            <a:pPr lvl="3"/>
            <a:r>
              <a:rPr lang="es-ES" dirty="0"/>
              <a:t>Cuarto nivel</a:t>
            </a:r>
          </a:p>
          <a:p>
            <a:pPr lvl="4"/>
            <a:r>
              <a:rPr lang="es-ES" dirty="0"/>
              <a:t>Quinto nivel</a:t>
            </a:r>
            <a:endParaRPr lang="es-EC" dirty="0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C87972F0-ACFB-941F-47EF-309AC0731E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  <a:latin typeface="Bahnschrift Light" panose="020B0502040204020203" pitchFamily="34" charset="0"/>
              </a:defRPr>
            </a:lvl1pPr>
          </a:lstStyle>
          <a:p>
            <a:fld id="{4D59AF61-A3AF-4FB1-8605-4E6750D58820}" type="datetimeFigureOut">
              <a:rPr lang="es-EC" smtClean="0"/>
              <a:pPr/>
              <a:t>11/1/2026</a:t>
            </a:fld>
            <a:endParaRPr lang="es-EC" dirty="0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25971A03-F04C-B206-74CF-75560E472F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  <a:latin typeface="Bahnschrift Light" panose="020B0502040204020203" pitchFamily="34" charset="0"/>
              </a:defRPr>
            </a:lvl1pPr>
          </a:lstStyle>
          <a:p>
            <a:endParaRPr lang="es-EC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BFED493-F9AD-07AD-3D76-9B93C9CC4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  <a:latin typeface="Bahnschrift Light" panose="020B0502040204020203" pitchFamily="34" charset="0"/>
              </a:defRPr>
            </a:lvl1pPr>
          </a:lstStyle>
          <a:p>
            <a:fld id="{BBC4C53C-6571-400F-8964-1A27F1E4FE02}" type="slidenum">
              <a:rPr lang="es-EC" smtClean="0"/>
              <a:pPr/>
              <a:t>‹Nº›</a:t>
            </a:fld>
            <a:endParaRPr lang="es-EC" dirty="0"/>
          </a:p>
        </p:txBody>
      </p:sp>
      <p:sp>
        <p:nvSpPr>
          <p:cNvPr id="7" name="Triángulo rectángulo 6">
            <a:extLst>
              <a:ext uri="{FF2B5EF4-FFF2-40B4-BE49-F238E27FC236}">
                <a16:creationId xmlns:a16="http://schemas.microsoft.com/office/drawing/2014/main" id="{B0DFF551-8F44-5640-1E06-B87391A5B643}"/>
              </a:ext>
            </a:extLst>
          </p:cNvPr>
          <p:cNvSpPr/>
          <p:nvPr userDrawn="1"/>
        </p:nvSpPr>
        <p:spPr>
          <a:xfrm rot="10800000">
            <a:off x="9934574" y="-2"/>
            <a:ext cx="2257425" cy="2495552"/>
          </a:xfrm>
          <a:prstGeom prst="rtTriangle">
            <a:avLst/>
          </a:prstGeom>
          <a:solidFill>
            <a:srgbClr val="2596BE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8" name="Triángulo rectángulo 7">
            <a:extLst>
              <a:ext uri="{FF2B5EF4-FFF2-40B4-BE49-F238E27FC236}">
                <a16:creationId xmlns:a16="http://schemas.microsoft.com/office/drawing/2014/main" id="{DA35E44C-80C6-9FD7-4F82-F6AB8508F306}"/>
              </a:ext>
            </a:extLst>
          </p:cNvPr>
          <p:cNvSpPr/>
          <p:nvPr userDrawn="1"/>
        </p:nvSpPr>
        <p:spPr>
          <a:xfrm rot="10800000">
            <a:off x="9934574" y="365125"/>
            <a:ext cx="1933575" cy="2027634"/>
          </a:xfrm>
          <a:prstGeom prst="rtTriangle">
            <a:avLst/>
          </a:prstGeom>
          <a:solidFill>
            <a:srgbClr val="063970"/>
          </a:solidFill>
          <a:ln>
            <a:solidFill>
              <a:srgbClr val="0639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9" name="Paralelogramo 8">
            <a:extLst>
              <a:ext uri="{FF2B5EF4-FFF2-40B4-BE49-F238E27FC236}">
                <a16:creationId xmlns:a16="http://schemas.microsoft.com/office/drawing/2014/main" id="{17DDC1FB-B3F0-3B40-369C-4D5CE498D436}"/>
              </a:ext>
            </a:extLst>
          </p:cNvPr>
          <p:cNvSpPr/>
          <p:nvPr userDrawn="1"/>
        </p:nvSpPr>
        <p:spPr>
          <a:xfrm rot="16200000" flipH="1" flipV="1">
            <a:off x="-396379" y="1937246"/>
            <a:ext cx="1392833" cy="600076"/>
          </a:xfrm>
          <a:prstGeom prst="parallelogram">
            <a:avLst/>
          </a:prstGeom>
          <a:solidFill>
            <a:srgbClr val="2596BE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10" name="Triángulo rectángulo 9">
            <a:extLst>
              <a:ext uri="{FF2B5EF4-FFF2-40B4-BE49-F238E27FC236}">
                <a16:creationId xmlns:a16="http://schemas.microsoft.com/office/drawing/2014/main" id="{9CF32273-E9B5-4385-2110-C4D19DFB11B4}"/>
              </a:ext>
            </a:extLst>
          </p:cNvPr>
          <p:cNvSpPr/>
          <p:nvPr userDrawn="1"/>
        </p:nvSpPr>
        <p:spPr>
          <a:xfrm rot="9075311">
            <a:off x="52816" y="1441982"/>
            <a:ext cx="366177" cy="316118"/>
          </a:xfrm>
          <a:prstGeom prst="rtTriangle">
            <a:avLst/>
          </a:prstGeom>
          <a:solidFill>
            <a:srgbClr val="063970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11" name="Paralelogramo 10">
            <a:extLst>
              <a:ext uri="{FF2B5EF4-FFF2-40B4-BE49-F238E27FC236}">
                <a16:creationId xmlns:a16="http://schemas.microsoft.com/office/drawing/2014/main" id="{443E6BD7-ACB0-5575-8129-C1978F4EC44F}"/>
              </a:ext>
            </a:extLst>
          </p:cNvPr>
          <p:cNvSpPr/>
          <p:nvPr userDrawn="1"/>
        </p:nvSpPr>
        <p:spPr>
          <a:xfrm rot="16200000" flipH="1" flipV="1">
            <a:off x="11195545" y="5542458"/>
            <a:ext cx="1392833" cy="600076"/>
          </a:xfrm>
          <a:prstGeom prst="parallelogram">
            <a:avLst/>
          </a:prstGeom>
          <a:solidFill>
            <a:srgbClr val="2596BE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12" name="Triángulo rectángulo 11">
            <a:extLst>
              <a:ext uri="{FF2B5EF4-FFF2-40B4-BE49-F238E27FC236}">
                <a16:creationId xmlns:a16="http://schemas.microsoft.com/office/drawing/2014/main" id="{DFF33112-B7FC-55C1-452B-1D04ED7F7DD8}"/>
              </a:ext>
            </a:extLst>
          </p:cNvPr>
          <p:cNvSpPr/>
          <p:nvPr userDrawn="1"/>
        </p:nvSpPr>
        <p:spPr>
          <a:xfrm rot="9075311">
            <a:off x="11778090" y="5073601"/>
            <a:ext cx="366177" cy="316118"/>
          </a:xfrm>
          <a:prstGeom prst="rtTriangle">
            <a:avLst/>
          </a:prstGeom>
          <a:solidFill>
            <a:srgbClr val="063970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16" name="Triángulo rectángulo 15">
            <a:extLst>
              <a:ext uri="{FF2B5EF4-FFF2-40B4-BE49-F238E27FC236}">
                <a16:creationId xmlns:a16="http://schemas.microsoft.com/office/drawing/2014/main" id="{52CC5355-A51C-D9F6-BA4A-06FDB6CAEA44}"/>
              </a:ext>
            </a:extLst>
          </p:cNvPr>
          <p:cNvSpPr/>
          <p:nvPr userDrawn="1"/>
        </p:nvSpPr>
        <p:spPr>
          <a:xfrm>
            <a:off x="0" y="5229691"/>
            <a:ext cx="1753235" cy="1628309"/>
          </a:xfrm>
          <a:prstGeom prst="rtTriangle">
            <a:avLst/>
          </a:prstGeom>
          <a:solidFill>
            <a:srgbClr val="2596BE"/>
          </a:solidFill>
          <a:ln>
            <a:solidFill>
              <a:srgbClr val="2596BE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  <p:sp>
        <p:nvSpPr>
          <p:cNvPr id="15" name="Triángulo rectángulo 14">
            <a:extLst>
              <a:ext uri="{FF2B5EF4-FFF2-40B4-BE49-F238E27FC236}">
                <a16:creationId xmlns:a16="http://schemas.microsoft.com/office/drawing/2014/main" id="{90ECB06A-1CB1-A303-AF03-5BA9EEED2B5D}"/>
              </a:ext>
            </a:extLst>
          </p:cNvPr>
          <p:cNvSpPr/>
          <p:nvPr userDrawn="1"/>
        </p:nvSpPr>
        <p:spPr>
          <a:xfrm>
            <a:off x="323851" y="5275728"/>
            <a:ext cx="1376682" cy="1263184"/>
          </a:xfrm>
          <a:prstGeom prst="rtTriangle">
            <a:avLst/>
          </a:prstGeom>
          <a:solidFill>
            <a:srgbClr val="063970"/>
          </a:solidFill>
          <a:ln>
            <a:solidFill>
              <a:srgbClr val="06397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EC" dirty="0">
              <a:latin typeface="Bahnschrift Light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6052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000" kern="1200">
          <a:solidFill>
            <a:srgbClr val="0C2136"/>
          </a:solidFill>
          <a:latin typeface="Bahnschrift SemiBold Condensed" panose="020B0502040204020203" pitchFamily="34" charset="0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5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2"/>
          </a:solidFill>
          <a:latin typeface="Bahnschrift Light" panose="020B0502040204020203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2"/>
          </a:solidFill>
          <a:latin typeface="Bahnschrift Light" panose="020B0502040204020203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2"/>
          </a:solidFill>
          <a:latin typeface="Bahnschrift Light" panose="020B0502040204020203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Bahnschrift Light" panose="020B0502040204020203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5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2"/>
          </a:solidFill>
          <a:latin typeface="Bahnschrift Light" panose="020B0502040204020203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C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resentación1" id="{62BEAB19-F75A-4B87-AF2A-07C1C51921E3}" vid="{95818D32-A3B5-4899-A95E-C70A8206C5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Words>0</Words>
  <Application>Microsoft Office PowerPoint</Application>
  <PresentationFormat>Panorámica</PresentationFormat>
  <Paragraphs>0</Paragraphs>
  <Slides>0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0</vt:i4>
      </vt:variant>
    </vt:vector>
  </HeadingPairs>
  <TitlesOfParts>
    <vt:vector size="4" baseType="lpstr">
      <vt:lpstr>Arial</vt:lpstr>
      <vt:lpstr>Bahnschrift Light</vt:lpstr>
      <vt:lpstr>Bahnschrift SemiBold Condensed</vt:lpstr>
      <vt:lpstr>Tema de Office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SHIRLEY JOHANA COLLAGUAZO VALLE</dc:creator>
  <cp:lastModifiedBy>SHIRLEY JOHANA COLLAGUAZO VALLE</cp:lastModifiedBy>
  <cp:revision>9</cp:revision>
  <dcterms:created xsi:type="dcterms:W3CDTF">2025-11-28T08:07:51Z</dcterms:created>
  <dcterms:modified xsi:type="dcterms:W3CDTF">2026-01-11T22:40:45Z</dcterms:modified>
</cp:coreProperties>
</file>