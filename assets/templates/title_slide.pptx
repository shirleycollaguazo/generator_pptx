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96BE"/>
    <a:srgbClr val="063970"/>
    <a:srgbClr val="0C2136"/>
    <a:srgbClr val="A3C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11C16-8ECC-9743-13C9-6A598C1D1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  <a:latin typeface="Bahnschrift SemiBold Condensed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E08E33-7A51-C9AA-4C1E-A3F10E502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3158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0B5EBC-6FCA-0B37-771F-6D29717F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963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33DC5C-F02A-4CFA-E657-0B7BA3A4E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16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7972F0-ACFB-941F-47EF-309AC0731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fld id="{4D59AF61-A3AF-4FB1-8605-4E6750D58820}" type="datetimeFigureOut">
              <a:rPr lang="es-EC" smtClean="0"/>
              <a:pPr/>
              <a:t>18/12/2025</a:t>
            </a:fld>
            <a:endParaRPr lang="es-EC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971A03-F04C-B206-74CF-75560E472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endParaRPr lang="es-EC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FED493-F9AD-07AD-3D76-9B93C9CC4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fld id="{BBC4C53C-6571-400F-8964-1A27F1E4FE02}" type="slidenum">
              <a:rPr lang="es-EC" smtClean="0"/>
              <a:pPr/>
              <a:t>‹Nº›</a:t>
            </a:fld>
            <a:endParaRPr lang="es-EC" dirty="0"/>
          </a:p>
        </p:txBody>
      </p:sp>
      <p:sp>
        <p:nvSpPr>
          <p:cNvPr id="7" name="Triángulo rectángulo 6">
            <a:extLst>
              <a:ext uri="{FF2B5EF4-FFF2-40B4-BE49-F238E27FC236}">
                <a16:creationId xmlns:a16="http://schemas.microsoft.com/office/drawing/2014/main" id="{B0DFF551-8F44-5640-1E06-B87391A5B643}"/>
              </a:ext>
            </a:extLst>
          </p:cNvPr>
          <p:cNvSpPr/>
          <p:nvPr userDrawn="1"/>
        </p:nvSpPr>
        <p:spPr>
          <a:xfrm rot="10800000">
            <a:off x="9934574" y="-2"/>
            <a:ext cx="2257425" cy="2495552"/>
          </a:xfrm>
          <a:prstGeom prst="rtTriangl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8" name="Triángulo rectángulo 7">
            <a:extLst>
              <a:ext uri="{FF2B5EF4-FFF2-40B4-BE49-F238E27FC236}">
                <a16:creationId xmlns:a16="http://schemas.microsoft.com/office/drawing/2014/main" id="{DA35E44C-80C6-9FD7-4F82-F6AB8508F306}"/>
              </a:ext>
            </a:extLst>
          </p:cNvPr>
          <p:cNvSpPr/>
          <p:nvPr userDrawn="1"/>
        </p:nvSpPr>
        <p:spPr>
          <a:xfrm rot="10800000">
            <a:off x="9934574" y="365125"/>
            <a:ext cx="1933575" cy="2027634"/>
          </a:xfrm>
          <a:prstGeom prst="rtTriangle">
            <a:avLst/>
          </a:prstGeom>
          <a:solidFill>
            <a:srgbClr val="063970"/>
          </a:solidFill>
          <a:ln>
            <a:solidFill>
              <a:srgbClr val="0639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9" name="Paralelogramo 8">
            <a:extLst>
              <a:ext uri="{FF2B5EF4-FFF2-40B4-BE49-F238E27FC236}">
                <a16:creationId xmlns:a16="http://schemas.microsoft.com/office/drawing/2014/main" id="{17DDC1FB-B3F0-3B40-369C-4D5CE498D436}"/>
              </a:ext>
            </a:extLst>
          </p:cNvPr>
          <p:cNvSpPr/>
          <p:nvPr userDrawn="1"/>
        </p:nvSpPr>
        <p:spPr>
          <a:xfrm rot="16200000" flipH="1" flipV="1">
            <a:off x="-396379" y="1937246"/>
            <a:ext cx="1392833" cy="600076"/>
          </a:xfrm>
          <a:prstGeom prst="parallelogram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0" name="Triángulo rectángulo 9">
            <a:extLst>
              <a:ext uri="{FF2B5EF4-FFF2-40B4-BE49-F238E27FC236}">
                <a16:creationId xmlns:a16="http://schemas.microsoft.com/office/drawing/2014/main" id="{9CF32273-E9B5-4385-2110-C4D19DFB11B4}"/>
              </a:ext>
            </a:extLst>
          </p:cNvPr>
          <p:cNvSpPr/>
          <p:nvPr userDrawn="1"/>
        </p:nvSpPr>
        <p:spPr>
          <a:xfrm rot="9075311">
            <a:off x="52816" y="1441982"/>
            <a:ext cx="366177" cy="316118"/>
          </a:xfrm>
          <a:prstGeom prst="rtTriangle">
            <a:avLst/>
          </a:prstGeom>
          <a:solidFill>
            <a:srgbClr val="063970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443E6BD7-ACB0-5575-8129-C1978F4EC44F}"/>
              </a:ext>
            </a:extLst>
          </p:cNvPr>
          <p:cNvSpPr/>
          <p:nvPr userDrawn="1"/>
        </p:nvSpPr>
        <p:spPr>
          <a:xfrm rot="16200000" flipH="1" flipV="1">
            <a:off x="11195545" y="5542458"/>
            <a:ext cx="1392833" cy="600076"/>
          </a:xfrm>
          <a:prstGeom prst="parallelogram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DFF33112-B7FC-55C1-452B-1D04ED7F7DD8}"/>
              </a:ext>
            </a:extLst>
          </p:cNvPr>
          <p:cNvSpPr/>
          <p:nvPr userDrawn="1"/>
        </p:nvSpPr>
        <p:spPr>
          <a:xfrm rot="9075311">
            <a:off x="11778090" y="5073601"/>
            <a:ext cx="366177" cy="316118"/>
          </a:xfrm>
          <a:prstGeom prst="rtTriangle">
            <a:avLst/>
          </a:prstGeom>
          <a:solidFill>
            <a:srgbClr val="063970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6" name="Triángulo rectángulo 15">
            <a:extLst>
              <a:ext uri="{FF2B5EF4-FFF2-40B4-BE49-F238E27FC236}">
                <a16:creationId xmlns:a16="http://schemas.microsoft.com/office/drawing/2014/main" id="{52CC5355-A51C-D9F6-BA4A-06FDB6CAEA44}"/>
              </a:ext>
            </a:extLst>
          </p:cNvPr>
          <p:cNvSpPr/>
          <p:nvPr userDrawn="1"/>
        </p:nvSpPr>
        <p:spPr>
          <a:xfrm>
            <a:off x="0" y="5229691"/>
            <a:ext cx="1753235" cy="1628309"/>
          </a:xfrm>
          <a:prstGeom prst="rtTriangl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5" name="Triángulo rectángulo 14">
            <a:extLst>
              <a:ext uri="{FF2B5EF4-FFF2-40B4-BE49-F238E27FC236}">
                <a16:creationId xmlns:a16="http://schemas.microsoft.com/office/drawing/2014/main" id="{90ECB06A-1CB1-A303-AF03-5BA9EEED2B5D}"/>
              </a:ext>
            </a:extLst>
          </p:cNvPr>
          <p:cNvSpPr/>
          <p:nvPr userDrawn="1"/>
        </p:nvSpPr>
        <p:spPr>
          <a:xfrm>
            <a:off x="323851" y="5275728"/>
            <a:ext cx="1376682" cy="1263184"/>
          </a:xfrm>
          <a:prstGeom prst="rtTriangle">
            <a:avLst/>
          </a:prstGeom>
          <a:solidFill>
            <a:srgbClr val="063970"/>
          </a:solidFill>
          <a:ln>
            <a:solidFill>
              <a:srgbClr val="0639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5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C2136"/>
          </a:solidFill>
          <a:latin typeface="Bahnschrift SemiBold Condensed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959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62BEAB19-F75A-4B87-AF2A-07C1C51921E3}" vid="{95818D32-A3B5-4899-A95E-C70A8206C5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Bahnschrift Light</vt:lpstr>
      <vt:lpstr>Bahnschrift SemiBold Condensed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SHIRLEY JOHANA COLLAGUAZO VALLE</dc:creator>
  <cp:lastModifiedBy>SHIRLEY JOHANA COLLAGUAZO VALLE</cp:lastModifiedBy>
  <cp:revision>4</cp:revision>
  <dcterms:created xsi:type="dcterms:W3CDTF">2025-11-28T08:07:51Z</dcterms:created>
  <dcterms:modified xsi:type="dcterms:W3CDTF">2025-12-19T03:17:08Z</dcterms:modified>
</cp:coreProperties>
</file>